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737360" cy="292608"/>
          </a:xfrm>
          <a:prstGeom prst="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DEVELOPMENT BRIEF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SMS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 + mobile integration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development overview for the engineering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CONFIDENTIAL — Internal Engineering Document   |   EduCore v0.1   | 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60120"/>
          </a:xfrm>
          <a:prstGeom prst="rect">
            <a:avLst/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What we are building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EduCore SMS is a cloud-based school management platform — a responsive web app with a companion mobile app (Android &amp; iOS). It digitises every core school operation: admissions, academics, finance, communication, and reporting.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743200" cy="141732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248716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React + Node.js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Admin, teachers, staff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011680"/>
            <a:ext cx="2743200" cy="1417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Mobile App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54680" y="248716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React Native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Parents + students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743200" cy="14173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Cloud 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248716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REST + WebSocket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Shared data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Primary users: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00200" y="3639312"/>
            <a:ext cx="1325880" cy="301752"/>
          </a:xfrm>
          <a:prstGeom prst="roundRect">
            <a:avLst>
              <a:gd name="adj" fmla="val 21212"/>
            </a:avLst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363931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School admin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63240" y="3639312"/>
            <a:ext cx="1325880" cy="301752"/>
          </a:xfrm>
          <a:prstGeom prst="roundRect">
            <a:avLst>
              <a:gd name="adj" fmla="val 21212"/>
            </a:avLst>
          </a:prstGeom>
          <a:solidFill>
            <a:srgbClr val="0D1B3E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363931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Teachers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3639312"/>
            <a:ext cx="1325880" cy="301752"/>
          </a:xfrm>
          <a:prstGeom prst="roundRect">
            <a:avLst>
              <a:gd name="adj" fmla="val 21212"/>
            </a:avLst>
          </a:prstGeom>
          <a:solidFill>
            <a:srgbClr val="0D1B3E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63931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3639312"/>
            <a:ext cx="1325880" cy="301752"/>
          </a:xfrm>
          <a:prstGeom prst="roundRect">
            <a:avLst>
              <a:gd name="adj" fmla="val 21212"/>
            </a:avLst>
          </a:prstGeom>
          <a:solidFill>
            <a:srgbClr val="0D1B3E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363931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3639312"/>
            <a:ext cx="1325880" cy="301752"/>
          </a:xfrm>
          <a:prstGeom prst="roundRect">
            <a:avLst>
              <a:gd name="adj" fmla="val 21212"/>
            </a:avLst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3639312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Accountants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75569"/>
                </a:solidFill>
              </a:rPr>
              <a:t>Why schools will buy it: Mobile money integration (MTN/Vodafone), offline mode, affordable tier pricing, WhatsApp alerts — built for West Africa first, scalable globally.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10312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 (Web)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React 18 + TypeScript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TailwindCSS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87168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871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Zustand (state)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45536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1455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React Query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803904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8039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Vite (bundler)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23160" y="822960"/>
            <a:ext cx="21031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Mobile App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1170432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11704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React Native + Expo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23160" y="1828800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18288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NativeWind (styles)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23160" y="2487168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514600" y="24871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React Navigation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3145536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31455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Offline-first SQLite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23160" y="3803904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38039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Push notifications (FCM)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822960"/>
            <a:ext cx="2103120" cy="347472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Backend API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1170432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11704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Node.js + Express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1828800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8288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TypeScript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2487168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4871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Prisma ORM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3145536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1455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JWT + Role-based auth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0" y="3803904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8039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Socket.io (real-time)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20840" y="822960"/>
            <a:ext cx="2103120" cy="34747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Infrastructure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20840" y="1170432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11704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PostgreSQL (primary DB)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20840" y="1828800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6812280" y="18288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Redis (cache/queues)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20840" y="2487168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812280" y="24871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AWS / DigitalOcean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20840" y="3145536"/>
            <a:ext cx="21031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6812280" y="31455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Docker + CI/CD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20840" y="3803904"/>
            <a:ext cx="21031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38039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Cloudinary (media)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Integrations: MTN Mobile Money  |  Vodafone Cash  |  WhatsApp Business API  |  Google Classroom (future)  |  SMS gateway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Modules to Build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8778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Student Records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2336" y="11521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Enrollment, profiles, document uploads, history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877824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8778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8778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Attendance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82696" y="11521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Daily + per-subject, auto alerts to parents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877824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8778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804672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04672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8778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Gradebook &amp; Exams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63056" y="115214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Marks entry, report cards, result publishing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12480" y="877824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8778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1865376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865376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1938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Fee Management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2336" y="221284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Invoicing, mobile money payment, defaulter tracking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1938528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1938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54680" y="1865376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1865376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282696" y="1938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Staff &amp; HR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82696" y="221284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Payroll, leave, roles, timetable assignment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1938528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1938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35040" y="1865376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865376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163056" y="1938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Parent Portal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63056" y="221284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Real-time grades, fees, attendance via mobile app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412480" y="1938528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0" y="1938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292608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2926080"/>
            <a:ext cx="64008" cy="1005840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" y="29992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Timetable &amp; Classes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02336" y="32735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Drag-drop scheduling, room allocation, conflict detection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651760" y="2999232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162347"/>
          </a:solidFill>
          <a:ln/>
        </p:spPr>
      </p:sp>
      <p:sp>
        <p:nvSpPr>
          <p:cNvPr id="45" name="Text 43"/>
          <p:cNvSpPr/>
          <p:nvPr/>
        </p:nvSpPr>
        <p:spPr>
          <a:xfrm>
            <a:off x="2651760" y="2999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54680" y="292608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54680" y="2926080"/>
            <a:ext cx="64008" cy="1005840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48" name="Text 46"/>
          <p:cNvSpPr/>
          <p:nvPr/>
        </p:nvSpPr>
        <p:spPr>
          <a:xfrm>
            <a:off x="3282696" y="29992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Notifications &amp; SMS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82696" y="32735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WhatsApp, push, in-app and bulk SMS alerts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32120" y="2999232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162347"/>
          </a:solidFill>
          <a:ln/>
        </p:spPr>
      </p:sp>
      <p:sp>
        <p:nvSpPr>
          <p:cNvPr id="51" name="Text 49"/>
          <p:cNvSpPr/>
          <p:nvPr/>
        </p:nvSpPr>
        <p:spPr>
          <a:xfrm>
            <a:off x="5532120" y="2999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35040" y="292608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35040" y="2926080"/>
            <a:ext cx="64008" cy="1005840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54" name="Text 52"/>
          <p:cNvSpPr/>
          <p:nvPr/>
        </p:nvSpPr>
        <p:spPr>
          <a:xfrm>
            <a:off x="6163056" y="29992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Analytics Dashboard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163056" y="32735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KPIs, trends, revenue, attendance heatmaps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12480" y="2999232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162347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0" y="2999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3986784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3986784"/>
            <a:ext cx="64008" cy="10058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0" name="Text 58"/>
          <p:cNvSpPr/>
          <p:nvPr/>
        </p:nvSpPr>
        <p:spPr>
          <a:xfrm>
            <a:off x="402336" y="40599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Library &amp; Transport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02336" y="433425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Book catalog, bus tracking, GPS-linked safety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651760" y="4059936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</p:sp>
      <p:sp>
        <p:nvSpPr>
          <p:cNvPr id="63" name="Text 61"/>
          <p:cNvSpPr/>
          <p:nvPr/>
        </p:nvSpPr>
        <p:spPr>
          <a:xfrm>
            <a:off x="2651760" y="40599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P3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154680" y="3986784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154680" y="3986784"/>
            <a:ext cx="64008" cy="10058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6" name="Text 64"/>
          <p:cNvSpPr/>
          <p:nvPr/>
        </p:nvSpPr>
        <p:spPr>
          <a:xfrm>
            <a:off x="3282696" y="40599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Multi-branch Support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282696" y="433425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Manage school chains from one admin dashboard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532120" y="4059936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</p:sp>
      <p:sp>
        <p:nvSpPr>
          <p:cNvPr id="69" name="Text 67"/>
          <p:cNvSpPr/>
          <p:nvPr/>
        </p:nvSpPr>
        <p:spPr>
          <a:xfrm>
            <a:off x="5532120" y="40599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P3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035040" y="3986784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035040" y="3986784"/>
            <a:ext cx="64008" cy="10058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2" name="Text 70"/>
          <p:cNvSpPr/>
          <p:nvPr/>
        </p:nvSpPr>
        <p:spPr>
          <a:xfrm>
            <a:off x="6163056" y="40599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Hostel / Boarding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163056" y="433425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Room allocation, welfare tracking, fee integration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412480" y="4059936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</p:sp>
      <p:sp>
        <p:nvSpPr>
          <p:cNvPr id="75" name="Text 73"/>
          <p:cNvSpPr/>
          <p:nvPr/>
        </p:nvSpPr>
        <p:spPr>
          <a:xfrm>
            <a:off x="8412480" y="40599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16234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46304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686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Client 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65960" y="8686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Web App (React)  •  Mobile App (React Native)  •  Parent/Student Portal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91640"/>
            <a:ext cx="146304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691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API Gateway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65960" y="16916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Authentication  •  Rate Limiting  •  Request Routing  •  JWT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377440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16234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146304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5146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 Logic (Services)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65960" y="25146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Student SVC  •  Finance SVC  •  Notification SVC  •  Reports SVC  •  Auth SVC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3200400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37560"/>
            <a:ext cx="8412480" cy="6858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37560"/>
            <a:ext cx="146304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337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Data Layer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65960" y="33375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PostgreSQL (primary)  •  Redis (caching + queues)  •  Cloudinary (files + media)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8412480" cy="5669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41605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59E0B"/>
                </a:solidFill>
              </a:rPr>
              <a:t>External Integrations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65960" y="416052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MTN Mobile Money  •  Vodafone Cash  •  WhatsApp API  •  SMS Gateway  •  Google OAuth  •  Email (SMTP)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Development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743200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04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70432" y="804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Weeks 1–6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27432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Foundation &amp; 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581912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1581912"/>
            <a:ext cx="36576" cy="484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581912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Project setup, DB schema, auth system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103120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2103120"/>
            <a:ext cx="36576" cy="484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103120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Student records + enrollment module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624328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2624328"/>
            <a:ext cx="36576" cy="484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624328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Attendance tracking + gradebook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145536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" y="3145536"/>
            <a:ext cx="36576" cy="484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145536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Fee invoicing + mobile money payment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666744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" y="3666744"/>
            <a:ext cx="36576" cy="484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666744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Basic admin dashboard (web)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4187952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4187952"/>
            <a:ext cx="36576" cy="4846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187952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REST API — all core endpoints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82112" y="804672"/>
            <a:ext cx="2743200" cy="4572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82112" y="804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96512" y="804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Weeks 7–12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82112" y="1261872"/>
            <a:ext cx="27432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3182112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Communication &amp; Mobile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82112" y="1581912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2112" y="1581912"/>
            <a:ext cx="36576" cy="484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1581912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React Native mobile app (parent portal)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82112" y="2103120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2112" y="2103120"/>
            <a:ext cx="36576" cy="484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273552" y="2103120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Push notifications + WhatsApp alerts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82112" y="2624328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2112" y="2624328"/>
            <a:ext cx="36576" cy="484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273552" y="2624328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Timetable builder + class scheduling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82112" y="3145536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2112" y="3145536"/>
            <a:ext cx="36576" cy="484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3145536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Teacher–parent messaging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3666744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182112" y="3666744"/>
            <a:ext cx="36576" cy="484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3273552" y="3666744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SMS bulk messaging module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82112" y="4187952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3182112" y="4187952"/>
            <a:ext cx="36576" cy="484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3273552" y="4187952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Real-time updates via Socket.io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08192" y="804672"/>
            <a:ext cx="2743200" cy="4572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108192" y="804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22592" y="804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Weeks 13–18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08192" y="1261872"/>
            <a:ext cx="27432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4" name="Text 52"/>
          <p:cNvSpPr/>
          <p:nvPr/>
        </p:nvSpPr>
        <p:spPr>
          <a:xfrm>
            <a:off x="6108192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Advanced &amp; Scale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08192" y="1581912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6108192" y="1581912"/>
            <a:ext cx="36576" cy="4846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7" name="Text 55"/>
          <p:cNvSpPr/>
          <p:nvPr/>
        </p:nvSpPr>
        <p:spPr>
          <a:xfrm>
            <a:off x="6199632" y="1581912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Analytics dashboard + report exports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08192" y="2103120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6108192" y="2103120"/>
            <a:ext cx="36576" cy="4846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0" name="Text 58"/>
          <p:cNvSpPr/>
          <p:nvPr/>
        </p:nvSpPr>
        <p:spPr>
          <a:xfrm>
            <a:off x="6199632" y="2103120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Multi-branch / school chain support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08192" y="2624328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108192" y="2624328"/>
            <a:ext cx="36576" cy="4846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3" name="Text 61"/>
          <p:cNvSpPr/>
          <p:nvPr/>
        </p:nvSpPr>
        <p:spPr>
          <a:xfrm>
            <a:off x="6199632" y="2624328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Library &amp; transport management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08192" y="3145536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Shape 63"/>
          <p:cNvSpPr/>
          <p:nvPr/>
        </p:nvSpPr>
        <p:spPr>
          <a:xfrm>
            <a:off x="6108192" y="3145536"/>
            <a:ext cx="36576" cy="4846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6" name="Text 64"/>
          <p:cNvSpPr/>
          <p:nvPr/>
        </p:nvSpPr>
        <p:spPr>
          <a:xfrm>
            <a:off x="6199632" y="3145536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Hostel / boarding module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08192" y="3666744"/>
            <a:ext cx="274320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108192" y="3666744"/>
            <a:ext cx="36576" cy="4846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9" name="Text 67"/>
          <p:cNvSpPr/>
          <p:nvPr/>
        </p:nvSpPr>
        <p:spPr>
          <a:xfrm>
            <a:off x="6199632" y="3666744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Performance tuning + offline mode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108192" y="4187952"/>
            <a:ext cx="2743200" cy="4846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Shape 69"/>
          <p:cNvSpPr/>
          <p:nvPr/>
        </p:nvSpPr>
        <p:spPr>
          <a:xfrm>
            <a:off x="6108192" y="4187952"/>
            <a:ext cx="36576" cy="4846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2" name="Text 70"/>
          <p:cNvSpPr/>
          <p:nvPr/>
        </p:nvSpPr>
        <p:spPr>
          <a:xfrm>
            <a:off x="6199632" y="4187952"/>
            <a:ext cx="26151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Beta launch + user testing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56032" y="4919472"/>
            <a:ext cx="859536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9194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→ Launch target: 18–20 weeks from kickoff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Mobile App Integration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Technical specs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840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Framework: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143000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React Native + Expo SDK 51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38404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09344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Targets: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00200" y="1609344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Android 10+ and iOS 15+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3840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75688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Styling: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00200" y="2075688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NativeWind (TailwindCSS for RN)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38404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42032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Navigation: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2542032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React Navigation v6 (stack + tabs)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08376"/>
            <a:ext cx="3840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08376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Offline: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00200" y="300837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SQLite via expo-sqlite, sync on reconnect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38404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74720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Push alerts: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00200" y="3474720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Firebase Cloud Messaging (FCM)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41064"/>
            <a:ext cx="3840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941064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Auth: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00200" y="3941064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JWT tokens + biometric (expo-local-auth)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407408"/>
            <a:ext cx="38404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407408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Payments: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00200" y="4407408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Mobile Money API deeplinks + webhooks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804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Key app screens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1143000"/>
            <a:ext cx="42976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1143000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114300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0" y="1143000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Attendance summary, upcoming events, alerts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1609344"/>
            <a:ext cx="42976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1609344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681728" y="1609344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Grades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1609344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Live results, report card download as PDF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2075688"/>
            <a:ext cx="42976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2075688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681728" y="2075688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Fee Payments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0" y="2075688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Balance, invoice list, pay via mobile money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2542032"/>
            <a:ext cx="42976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2542032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4681728" y="2542032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Messages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0" y="2542032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Teacher–parent chat, school announcements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0" y="3008376"/>
            <a:ext cx="42976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3008376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4681728" y="3008376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Timetable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43600" y="3008376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Weekly schedule, exam dates, reminders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3474720"/>
            <a:ext cx="42976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0" y="3474720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4681728" y="347472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Notifications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43600" y="3474720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Push alerts, WhatsApp-style message feed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0" y="3941064"/>
            <a:ext cx="42976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0" y="3941064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4681728" y="3941064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Profile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943600" y="3941064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Student profile, sibling switch, settings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0" y="4407408"/>
            <a:ext cx="4297680" cy="4297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4572000" y="4407408"/>
            <a:ext cx="54864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0" name="Text 58"/>
          <p:cNvSpPr/>
          <p:nvPr/>
        </p:nvSpPr>
        <p:spPr>
          <a:xfrm>
            <a:off x="4681728" y="4407408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Admin (staff)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43600" y="4407408"/>
            <a:ext cx="2880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Attendance entry, mark submission, HR tools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Team Roles &amp; Immediate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</a:rPr>
              <a:t>Roles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47548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Full-stack Lead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097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API design, DB schema, auth, backend services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4023360" cy="47548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64592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6459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React web app, admin dashboard, UI components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023360" cy="47548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19456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19456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 Dev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1945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React Native app, offline sync, push notifications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4023360" cy="47548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74320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432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UI/UX Designer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74320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Figma designs, component library, user flows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023360" cy="47548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29184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91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QA Engineer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32918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Test plans, automation, API + E2E testing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8046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</a:rPr>
              <a:t>Immediate next steps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0016" y="120700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00016" y="1207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74336" y="1097280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Finalise DB schema and Prisma models (Week 1)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591056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0016" y="170078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1700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74336" y="1591056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Set up monorepo: /api  /web  /mobile  /shared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084832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0016" y="21945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700016" y="2194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74336" y="2084832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Configure CI/CD pipeline (GitHub Actions + Docker)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578608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39" name="Shape 37"/>
          <p:cNvSpPr/>
          <p:nvPr/>
        </p:nvSpPr>
        <p:spPr>
          <a:xfrm>
            <a:off x="4700016" y="268833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700016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74336" y="2578608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Build auth system: register, login, roles, JWT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072384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43" name="Shape 41"/>
          <p:cNvSpPr/>
          <p:nvPr/>
        </p:nvSpPr>
        <p:spPr>
          <a:xfrm>
            <a:off x="4700016" y="31821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4700016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74336" y="3072384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Scaffold React admin layout + navigation shell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566160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47" name="Shape 45"/>
          <p:cNvSpPr/>
          <p:nvPr/>
        </p:nvSpPr>
        <p:spPr>
          <a:xfrm>
            <a:off x="4700016" y="367588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4700016" y="3675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74336" y="3566160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Scaffold React Native app + tab navigation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059936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51" name="Shape 49"/>
          <p:cNvSpPr/>
          <p:nvPr/>
        </p:nvSpPr>
        <p:spPr>
          <a:xfrm>
            <a:off x="4700016" y="416966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4700016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74336" y="4059936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Create Figma design system + component tokens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4553712"/>
            <a:ext cx="4206240" cy="429768"/>
          </a:xfrm>
          <a:prstGeom prst="rect">
            <a:avLst/>
          </a:prstGeom>
          <a:solidFill>
            <a:srgbClr val="162347"/>
          </a:solidFill>
          <a:ln/>
        </p:spPr>
      </p:sp>
      <p:sp>
        <p:nvSpPr>
          <p:cNvPr id="55" name="Shape 53"/>
          <p:cNvSpPr/>
          <p:nvPr/>
        </p:nvSpPr>
        <p:spPr>
          <a:xfrm>
            <a:off x="4700016" y="46634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4700016" y="4663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74336" y="4553712"/>
            <a:ext cx="3858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First sprint demo: student records + attendance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Let's build something schools in Ghana — and beyond — will love.  🚀   EduCore SMS  |  v0.1 Dev Brief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EduCore SMS – Development Brief</dc:title>
  <dc:subject>PptxGenJS Presentation</dc:subject>
  <dc:creator>PptxGenJS</dc:creator>
  <cp:lastModifiedBy>PptxGenJS</cp:lastModifiedBy>
  <cp:revision>1</cp:revision>
  <dcterms:created xsi:type="dcterms:W3CDTF">2026-03-23T16:34:51Z</dcterms:created>
  <dcterms:modified xsi:type="dcterms:W3CDTF">2026-03-23T16:34:51Z</dcterms:modified>
</cp:coreProperties>
</file>